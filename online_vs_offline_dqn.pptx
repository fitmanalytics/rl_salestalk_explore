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jj1zc82BTLdRoH+PwGvpqVmhr2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3E5CD1-C90F-4FA6-87B8-ECBC2F3280AE}">
  <a:tblStyle styleId="{503E5CD1-C90F-4FA6-87B8-ECBC2F3280A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0891B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Online vs Offline </a:t>
            </a:r>
            <a:r>
              <a:rPr b="1" lang="en-US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DQN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38404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3566160" y="382219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Online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38404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5394960" y="382219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Offline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Side-by-Side Comparison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0" name="Google Shape;30;p2"/>
          <p:cNvGraphicFramePr/>
          <p:nvPr/>
        </p:nvGraphicFramePr>
        <p:xfrm>
          <a:off x="27432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{503E5CD1-C90F-4FA6-87B8-ECBC2F3280AE}</a:tableStyleId>
              </a:tblPr>
              <a:tblGrid>
                <a:gridCol w="1463050"/>
                <a:gridCol w="3566150"/>
                <a:gridCol w="356615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Aspect</a:t>
                      </a:r>
                      <a:endParaRPr sz="13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Online DQN</a:t>
                      </a:r>
                      <a:endParaRPr sz="13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Offline DQN (Batch RL)</a:t>
                      </a:r>
                      <a:endParaRPr sz="13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490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Replay Buffer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Circular buffer (fixed size); oldest transitions overwritten as new ones arrive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Entire dataset loaded as static buffer</a:t>
                      </a:r>
                      <a:r>
                        <a:rPr lang="en-US" sz="11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(or batch loading).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Exploration (ε-Greedy)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Yes. ε anneals from </a:t>
                      </a:r>
                      <a:r>
                        <a:rPr lang="en-US" sz="11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 to 0.05</a:t>
                      </a: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over training</a:t>
                      </a:r>
                      <a:r>
                        <a:rPr lang="en-US" sz="11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for the first 25%, remain at 0.05 afterwards.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r>
                        <a:rPr lang="en-US" sz="11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exploration.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Techniques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ouble DQN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CQL (conservative penalty), BCQ (action restriction with VAE)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Convergence</a:t>
                      </a:r>
                      <a:endParaRPr b="1" sz="1150" u="none" cap="none" strike="noStrike">
                        <a:solidFill>
                          <a:srgbClr val="1B2A4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 recover from bad start.</a:t>
                      </a:r>
                      <a:endParaRPr sz="1100">
                        <a:solidFill>
                          <a:srgbClr val="1E293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Initialization impact convergence significantly.</a:t>
                      </a:r>
                      <a:endParaRPr sz="1100" u="none" cap="none" strike="noStrike">
                        <a:solidFill>
                          <a:srgbClr val="1E293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What This Means for Our Project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457200" y="1143000"/>
            <a:ext cx="38404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457200" y="1143000"/>
            <a:ext cx="38404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/>
          <p:nvPr/>
        </p:nvSpPr>
        <p:spPr>
          <a:xfrm>
            <a:off x="1188720" y="139903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D97706"/>
                </a:solidFill>
                <a:latin typeface="Trebuchet MS"/>
                <a:ea typeface="Trebuchet MS"/>
                <a:cs typeface="Trebuchet MS"/>
                <a:sym typeface="Trebuchet MS"/>
              </a:rPr>
              <a:t>Offline Path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188720" y="17830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Lower barrier to entry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31520" y="2194560"/>
            <a:ext cx="32918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Train directly on existing 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environment simulation needed — just load transitions and train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Fastest path to a working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Must guard against Q-value overestimation on unseen actions (CQL / BCQ)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Hard to measure s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trategy quality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846320" y="1143000"/>
            <a:ext cx="38404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4846320" y="1143000"/>
            <a:ext cx="38404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64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"/>
          <p:cNvSpPr/>
          <p:nvPr/>
        </p:nvSpPr>
        <p:spPr>
          <a:xfrm>
            <a:off x="5577840" y="139903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059669"/>
                </a:solidFill>
                <a:latin typeface="Trebuchet MS"/>
                <a:ea typeface="Trebuchet MS"/>
                <a:cs typeface="Trebuchet MS"/>
                <a:sym typeface="Trebuchet MS"/>
              </a:rPr>
              <a:t>Online Path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577840" y="17830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Higher upfront cost, richer payoff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120640" y="2194560"/>
            <a:ext cx="32918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Requires building a simulated environment first.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Agent explores the conversation tree via ε-greedy, collecting its own experience.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Simulator doubles as an evaluation tool — run the learned policy in the environment to directly measure strategy quality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2026-03-12T17:09:18Z</dcterms:created>
  <dc:creator>Yi</dc:creator>
</cp:coreProperties>
</file>