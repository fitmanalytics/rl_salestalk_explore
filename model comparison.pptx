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lPHFsR9EsoRS0dNfOo3eFOAUm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5fa525d8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95fa525d8d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395fa525d8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891B2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Online vs Offline </a:t>
            </a:r>
            <a:r>
              <a:rPr b="1"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DQN</a:t>
            </a:r>
            <a:endParaRPr b="1" sz="4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On-policy vs Off-policy Models</a:t>
            </a:r>
            <a:endParaRPr b="1" sz="4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0" y="3840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3566160" y="382219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Online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38404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394960" y="3822192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Offline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Offline vs Online DQN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822960"/>
            <a:ext cx="1371600" cy="457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57200" y="1143000"/>
            <a:ext cx="3840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57200" y="1143000"/>
            <a:ext cx="38404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3"/>
          <p:cNvSpPr/>
          <p:nvPr/>
        </p:nvSpPr>
        <p:spPr>
          <a:xfrm>
            <a:off x="1188720" y="139903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Trebuchet MS"/>
                <a:ea typeface="Trebuchet MS"/>
                <a:cs typeface="Trebuchet MS"/>
                <a:sym typeface="Trebuchet MS"/>
              </a:rPr>
              <a:t>Offline Path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188720" y="1783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Lower barrier to entry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31520" y="219456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 directly on existing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environment simulation needed — just load transitions and train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Fastest path to a working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Must guard against Q-value overestimation on unseen actions (CQL / BCQ)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Hard to measure s</a:t>
            </a: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trategy quality 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4846320" y="1143000"/>
            <a:ext cx="3840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4846320" y="1143000"/>
            <a:ext cx="38404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/>
          <p:nvPr/>
        </p:nvSpPr>
        <p:spPr>
          <a:xfrm>
            <a:off x="5577840" y="139903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Online Path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577840" y="17830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Higher upfront cost, richer payoff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5120640" y="219456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Requires building a simulated environment first.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Agent explores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environment with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ε-greedy, collecting its own experience.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Simulator doubles as an evaluation tool — run the learned policy in the environment to directly measure strategy quality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5fa525d8d_0_4"/>
          <p:cNvSpPr/>
          <p:nvPr/>
        </p:nvSpPr>
        <p:spPr>
          <a:xfrm>
            <a:off x="457200" y="2743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E293B"/>
                </a:solidFill>
                <a:latin typeface="Trebuchet MS"/>
                <a:ea typeface="Trebuchet MS"/>
                <a:cs typeface="Trebuchet MS"/>
                <a:sym typeface="Trebuchet MS"/>
              </a:rPr>
              <a:t>On-Policy vs Off-Policy Models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95fa525d8d_0_4"/>
          <p:cNvSpPr/>
          <p:nvPr/>
        </p:nvSpPr>
        <p:spPr>
          <a:xfrm>
            <a:off x="457200" y="822960"/>
            <a:ext cx="1371600" cy="45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95fa525d8d_0_4"/>
          <p:cNvSpPr/>
          <p:nvPr/>
        </p:nvSpPr>
        <p:spPr>
          <a:xfrm>
            <a:off x="457200" y="1143000"/>
            <a:ext cx="3840600" cy="329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95fa525d8d_0_4"/>
          <p:cNvSpPr/>
          <p:nvPr/>
        </p:nvSpPr>
        <p:spPr>
          <a:xfrm>
            <a:off x="457200" y="1143000"/>
            <a:ext cx="3840600" cy="7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95fa525d8d_0_4"/>
          <p:cNvSpPr/>
          <p:nvPr/>
        </p:nvSpPr>
        <p:spPr>
          <a:xfrm>
            <a:off x="1188720" y="1399032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D97706"/>
                </a:solidFill>
                <a:latin typeface="Trebuchet MS"/>
                <a:ea typeface="Trebuchet MS"/>
                <a:cs typeface="Trebuchet MS"/>
                <a:sym typeface="Trebuchet MS"/>
              </a:rPr>
              <a:t>Off-Policy Models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5fa525d8d_0_4"/>
          <p:cNvSpPr/>
          <p:nvPr/>
        </p:nvSpPr>
        <p:spPr>
          <a:xfrm>
            <a:off x="1188720" y="1783080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DQN, SAC (continuous action space)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95fa525d8d_0_4"/>
          <p:cNvSpPr/>
          <p:nvPr/>
        </p:nvSpPr>
        <p:spPr>
          <a:xfrm>
            <a:off x="731520" y="2194560"/>
            <a:ext cx="32919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Can train offline directly on existing datasets.</a:t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Handles discrete actions (DQN) naturally. Current experiment shows better reward.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More sensitive to data quality — noisy/inconsistent transitions persist in the buffer and get replayed repeatedly, especially in offline setting.</a:t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Needs more hyperparameter tuning.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95fa525d8d_0_4"/>
          <p:cNvSpPr/>
          <p:nvPr/>
        </p:nvSpPr>
        <p:spPr>
          <a:xfrm>
            <a:off x="4846320" y="1143000"/>
            <a:ext cx="3840600" cy="3291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95fa525d8d_0_4"/>
          <p:cNvSpPr/>
          <p:nvPr/>
        </p:nvSpPr>
        <p:spPr>
          <a:xfrm>
            <a:off x="4846320" y="1143000"/>
            <a:ext cx="3840600" cy="7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395fa525d8d_0_4"/>
          <p:cNvSpPr/>
          <p:nvPr/>
        </p:nvSpPr>
        <p:spPr>
          <a:xfrm>
            <a:off x="5577840" y="1399032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2000"/>
              <a:buFont typeface="Trebuchet MS"/>
              <a:buNone/>
            </a:pPr>
            <a:r>
              <a:rPr b="1" lang="en-US" sz="2000">
                <a:solidFill>
                  <a:srgbClr val="059669"/>
                </a:solidFill>
                <a:latin typeface="Trebuchet MS"/>
                <a:ea typeface="Trebuchet MS"/>
                <a:cs typeface="Trebuchet MS"/>
                <a:sym typeface="Trebuchet MS"/>
              </a:rPr>
              <a:t>On-Policy Models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g395fa525d8d_0_4"/>
          <p:cNvSpPr/>
          <p:nvPr/>
        </p:nvSpPr>
        <p:spPr>
          <a:xfrm>
            <a:off x="5577840" y="1783080"/>
            <a:ext cx="292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A2C, PPO, GRPO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5fa525d8d_0_4"/>
          <p:cNvSpPr/>
          <p:nvPr/>
        </p:nvSpPr>
        <p:spPr>
          <a:xfrm>
            <a:off x="5120640" y="2194560"/>
            <a:ext cx="32919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Requires </a:t>
            </a: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online training and hence a simulator environment.</a:t>
            </a:r>
            <a:endParaRPr b="1" sz="13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More robust to noisy data — bad transitions don't accumulate; fresh rollouts each update let noise average out naturally.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Generally easier to tune (</a:t>
            </a:r>
            <a:r>
              <a:rPr b="1"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PPO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especially), more stable convergence.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2026-03-12T17:09:18Z</dcterms:created>
  <dc:creator>Yi</dc:creator>
</cp:coreProperties>
</file>